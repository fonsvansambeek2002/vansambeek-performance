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C8F135">
              <a:alpha val="8000"/>
            </a:srgbClr>
          </a:solidFill>
          <a:ln w="12700">
            <a:solidFill>
              <a:srgbClr val="C8F13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SAMBEEK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50292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Mentale Coaching voor Ambitieuze Sporters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Kennismakingspresentatie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SAMBEEK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Fons van Sambeek?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ATP professional — actief op de internationale tennistour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All-American aan NC State University (VS)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Bachelor Psychologie, NC State University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Jarenlange persoonlijke ervaring met mentale druk in topsport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Combineert sportpraktijk met psychologische kennis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mentale coaching?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Fysiek talent is de basis — maar mentaal onderscheiden winnaars zich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Angst, druk, zelfkritiek en concentratieverlies kosten punten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Mentale vaardigheden zijn trainbaar — net als je forehand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Hoe je denkt, bepaalt hoe je presteert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 beste sporters investeren structureel in hun mentale kant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het?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6642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21284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Wekelijkse 1-op-1 gesprekken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of live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6304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6642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16642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21284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Opdrachten, trainingsschema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mentale content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87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087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63600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Reflecties en praktische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669280" cy="2194560"/>
          </a:xfrm>
          <a:prstGeom prst="rect">
            <a:avLst>
              <a:gd name="adj" fmla="val 4167"/>
            </a:avLst>
          </a:prstGeom>
          <a:solidFill>
            <a:srgbClr val="141414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886200"/>
            <a:ext cx="5669280" cy="36576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087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4087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4636008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lijn met Fons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vragen &amp; support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behandelen we?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03520" cy="4754880"/>
          </a:xfrm>
          <a:prstGeom prst="rect">
            <a:avLst>
              <a:gd name="adj" fmla="val 192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463040"/>
            <a:ext cx="5303520" cy="4754880"/>
          </a:xfrm>
          <a:prstGeom prst="rect">
            <a:avLst>
              <a:gd name="adj" fmla="val 192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Prestatiedruk en zenuwen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Vertrouwen en zelfgeloof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Focus en concentratie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Omgaan met fouten en verlies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Motivatie en discipline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Wedstrijdmentaliteit en routine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Communicatie met jezelf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Voorbereiding en herstel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Mentale groei kost tijd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2240280"/>
          </a:xfrm>
          <a:prstGeom prst="rect">
            <a:avLst>
              <a:gd name="adj" fmla="val 4082"/>
            </a:avLst>
          </a:prstGeom>
          <a:solidFill>
            <a:srgbClr val="0D1A0D"/>
          </a:solidFill>
          <a:ln w="9525">
            <a:solidFill>
              <a:srgbClr val="C8F1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22402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"Mentale training is geen quick fix.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vaardigheid die je opbouwt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maanden — net als techniek."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Kleine veranderingen in denken leiden tot grote resultaten op de baan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Consistentie is de sleutel — wekelijkse check-ins en dagelijkse oefening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Het traject gaat door, ook voorbij de eerste 10 weken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kun je verwachten?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Een vaste coach die jou en je spel echt leert kennen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Praktische mentale tools die je direct kunt toepassen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Open gesprekken — er is geen verkeerd antwoord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Groei die je zowel op als buiten de baan merkt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Wekelijkse structuur, houvast en persoonlijk contact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aanbod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4663440"/>
          </a:xfrm>
          <a:prstGeom prst="rect">
            <a:avLst>
              <a:gd name="adj" fmla="val 2857"/>
            </a:avLst>
          </a:prstGeom>
          <a:solidFill>
            <a:srgbClr val="0D1A0D"/>
          </a:solidFill>
          <a:ln w="19050">
            <a:solidFill>
              <a:srgbClr val="C8F1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30175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 weken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7040880" cy="4663440"/>
          </a:xfrm>
          <a:prstGeom prst="rect">
            <a:avLst>
              <a:gd name="adj" fmla="val 2353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91640"/>
            <a:ext cx="6400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Wekelijkse 1-op-1 sessie (± 60 minuten)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Toegang tot de VSP portal — opdrachten, schema &amp; content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bereikbaarheid voor vragen tussendoor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Wedstrijdvoorbereiding &amp; reflectie</a:t>
            </a:r>
            <a:endParaRPr lang="en-US" sz="175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Minimaal 10-weken traject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 om te starten?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contact op of stel gerust je vragen.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572000" cy="0"/>
          </a:xfrm>
          <a:prstGeom prst="line">
            <a:avLst/>
          </a:prstGeom>
          <a:noFill/>
          <a:ln w="25400">
            <a:solidFill>
              <a:srgbClr val="C8F1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11247120" cy="749808"/>
          </a:xfrm>
          <a:prstGeom prst="rect">
            <a:avLst>
              <a:gd name="adj" fmla="val 975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41448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fonsvansambeek@outlook.com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749808"/>
          </a:xfrm>
          <a:prstGeom prst="rect">
            <a:avLst>
              <a:gd name="adj" fmla="val 975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www.vansambeek-performance.nl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1247120" cy="749808"/>
          </a:xfrm>
          <a:prstGeom prst="rect">
            <a:avLst>
              <a:gd name="adj" fmla="val 975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61688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@vsp.coaching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0" y="63550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SAMBEEK PERFORMANCE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Sambeek Performance — Kennismaking</dc:title>
  <dc:subject>PptxGenJS Presentation</dc:subject>
  <dc:creator>Fons van Sambeek</dc:creator>
  <cp:lastModifiedBy>Fons van Sambeek</cp:lastModifiedBy>
  <cp:revision>1</cp:revision>
  <dcterms:created xsi:type="dcterms:W3CDTF">2026-09-01T09:17:26Z</dcterms:created>
  <dcterms:modified xsi:type="dcterms:W3CDTF">2026-09-01T09:17:26Z</dcterms:modified>
</cp:coreProperties>
</file>