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C8F135">
              <a:alpha val="8000"/>
            </a:srgbClr>
          </a:solidFill>
          <a:ln w="12700">
            <a:solidFill>
              <a:srgbClr val="C8F135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SAMBEEK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50292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Coaching for Ambitious Athletes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Presentation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SAMBEEK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Fons van Sambeek?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4663440"/>
          </a:xfrm>
          <a:prstGeom prst="rect">
            <a:avLst>
              <a:gd name="adj" fmla="val 235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ATP professional — active on the international tennis tour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All-American at NC State University (USA)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Bachelor of Psychology, NC State University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Years of personal experience navigating mental pressure in elite sport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Bridges the gap between athletic practice and psychological insight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mental coaching?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4663440"/>
          </a:xfrm>
          <a:prstGeom prst="rect">
            <a:avLst>
              <a:gd name="adj" fmla="val 235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Physical talent is the foundation — but mindset separates winners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Anxiety, pressure, self-doubt and loss of focus cost points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Mental skills are trainable — just like your forehand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How you think determines how you perform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The best athletes invest structurally in their mental edge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669280" cy="2194560"/>
          </a:xfrm>
          <a:prstGeom prst="rect">
            <a:avLst>
              <a:gd name="adj" fmla="val 4167"/>
            </a:avLst>
          </a:prstGeom>
          <a:solidFill>
            <a:srgbClr val="141414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5669280" cy="3657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642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16642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212848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1-on-1 conversations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 in person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355080" y="1463040"/>
            <a:ext cx="5669280" cy="2194560"/>
          </a:xfrm>
          <a:prstGeom prst="rect">
            <a:avLst>
              <a:gd name="adj" fmla="val 4167"/>
            </a:avLst>
          </a:prstGeom>
          <a:solidFill>
            <a:srgbClr val="141414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463040"/>
            <a:ext cx="5669280" cy="3657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6642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16642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212848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training schedule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mental content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669280" cy="2194560"/>
          </a:xfrm>
          <a:prstGeom prst="rect">
            <a:avLst>
              <a:gd name="adj" fmla="val 4167"/>
            </a:avLst>
          </a:prstGeom>
          <a:solidFill>
            <a:srgbClr val="141414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5669280" cy="3657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87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40873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636008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and practical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355080" y="3886200"/>
            <a:ext cx="5669280" cy="2194560"/>
          </a:xfrm>
          <a:prstGeom prst="rect">
            <a:avLst>
              <a:gd name="adj" fmla="val 4167"/>
            </a:avLst>
          </a:prstGeom>
          <a:solidFill>
            <a:srgbClr val="141414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886200"/>
            <a:ext cx="5669280" cy="3657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087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40873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4636008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Fons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 &amp; support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work 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03520" cy="4754880"/>
          </a:xfrm>
          <a:prstGeom prst="rect">
            <a:avLst>
              <a:gd name="adj" fmla="val 192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463040"/>
            <a:ext cx="5303520" cy="4754880"/>
          </a:xfrm>
          <a:prstGeom prst="rect">
            <a:avLst>
              <a:gd name="adj" fmla="val 192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Performance pressure and nerves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Confidence and self-belief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Focus and concentration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Handling mistakes and losing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2940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Motivation and discipline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Match mindset and routine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Self-talk and inner dialogue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Preparation and recovery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growth takes time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247120" cy="2240280"/>
          </a:xfrm>
          <a:prstGeom prst="rect">
            <a:avLst>
              <a:gd name="adj" fmla="val 4082"/>
            </a:avLst>
          </a:prstGeom>
          <a:solidFill>
            <a:srgbClr val="0D1A0D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73152" cy="224028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72768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"Mental training is not a quick fix.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skill you build over months —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technique."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Small shifts in thinking lead to big changes in results on court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Consistency is key — weekly check-ins and daily practice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The journey continues beyond the first 10 weeks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4663440"/>
          </a:xfrm>
          <a:prstGeom prst="rect">
            <a:avLst>
              <a:gd name="adj" fmla="val 235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dedicated coach who genuinely knows you and your game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Practical mental tools you can apply immediately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Open conversations — there are no wrong answers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Growth you notice both on and off the court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Weekly structure, accountability and personal contact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4663440"/>
          </a:xfrm>
          <a:prstGeom prst="rect">
            <a:avLst>
              <a:gd name="adj" fmla="val 2857"/>
            </a:avLst>
          </a:prstGeom>
          <a:solidFill>
            <a:srgbClr val="0D1A0D"/>
          </a:solidFill>
          <a:ln w="19050">
            <a:solidFill>
              <a:srgbClr val="C8F1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30175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10 weken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7040880" cy="4663440"/>
          </a:xfrm>
          <a:prstGeom prst="rect">
            <a:avLst>
              <a:gd name="adj" fmla="val 235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91640"/>
            <a:ext cx="6400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Weekly 1-on-1 session (± 60 minutes)</a:t>
            </a:r>
            <a:endParaRPr lang="en-US" sz="17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to the VSP portal — assignments, schedule &amp; content</a:t>
            </a:r>
            <a:endParaRPr lang="en-US" sz="17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availability for questions in between</a:t>
            </a:r>
            <a:endParaRPr lang="en-US" sz="17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Match preparation &amp; reflection</a:t>
            </a:r>
            <a:endParaRPr lang="en-US" sz="17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Minimum 10-week program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 or feel free to ask any questions.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572000" cy="0"/>
          </a:xfrm>
          <a:prstGeom prst="line">
            <a:avLst/>
          </a:prstGeom>
          <a:noFill/>
          <a:ln w="25400">
            <a:solidFill>
              <a:srgbClr val="C8F1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11247120" cy="749808"/>
          </a:xfrm>
          <a:prstGeom prst="rect">
            <a:avLst>
              <a:gd name="adj" fmla="val 975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41448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fonsvansambeek@outlook.com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1247120" cy="749808"/>
          </a:xfrm>
          <a:prstGeom prst="rect">
            <a:avLst>
              <a:gd name="adj" fmla="val 975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01568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www.vansambeek-performance.nl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11247120" cy="749808"/>
          </a:xfrm>
          <a:prstGeom prst="rect">
            <a:avLst>
              <a:gd name="adj" fmla="val 975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361688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@vsp.coaching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0" y="635508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SAMBEEK PERFORMANCE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 Sambeek Performance — Kennismaking</dc:title>
  <dc:subject>PptxGenJS Presentation</dc:subject>
  <dc:creator>Fons van Sambeek</dc:creator>
  <cp:lastModifiedBy>Fons van Sambeek</cp:lastModifiedBy>
  <cp:revision>1</cp:revision>
  <dcterms:created xsi:type="dcterms:W3CDTF">2026-09-01T09:17:26Z</dcterms:created>
  <dcterms:modified xsi:type="dcterms:W3CDTF">2026-09-01T09:17:26Z</dcterms:modified>
</cp:coreProperties>
</file>